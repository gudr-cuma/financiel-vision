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164592" cy="4924044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Technique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3657600" cy="36576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46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Modules Engine · Store · Composants UI · Export · Sécurité · Tests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Documentation Technique  ·  2 / 22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023360" cy="384048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8696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— architecture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4416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80136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projet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5856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parseFec.js — Parsing FEC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71576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exerciceUtils.js — Exercices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17296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computeSig.js — SIG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63016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computeTreasury.js — Trésorerie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08736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computeBilan.js — Bilan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822960"/>
            <a:ext cx="4023360" cy="384048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480" y="88696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complémentaires (1)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134416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complémentaires (2)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180136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Zustand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25856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— Layout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71576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— Dashboard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17296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— Modules autonomes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363016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&amp; PPTX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408736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Sécurité · Tests · Deploy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100% client-side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Documentation Technique  ·  3 / 22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868680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81381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 (logique métier pure)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21615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parseFec  ·  computeSig  ·  computeTreasury  ·  computeBilan  ·  computeCharges  ·  computeLivres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64792"/>
            <a:ext cx="8412480" cy="868680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013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 (Zustand)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0370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N  ·  N-1  ·  N-2  ·  UI state  ·  Actions async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52344"/>
            <a:ext cx="8412480" cy="8686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889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 (React 18 + Recharts)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191256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·  Export PDF  ·  Diaporama  ·  Rapport IA  ·  Livres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749040"/>
            <a:ext cx="841248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8587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serveur. Aucune base de données. Le FEC est traité entièrement dans le navigateur de l'utilisateur.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Documentation Technique  ·  4 / 22</a:t>
            </a:r>
            <a:endParaRPr lang="en-US" sz="7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384048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4023360"/>
              </a:tblGrid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Composants fonctionnels + hooks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server + bundler ESM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global centralisé, actions async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Graphiques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BarChart, LineChart, AreaChart, PieChart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PapaParse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Parsing 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Worker intégré, encodages multiples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pdfmake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PDF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Génération 100% client-side, SVG embarqués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pptxgenjs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PPTX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Diaporama builder, layouts personnalisés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CSS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clair uniquement, design system FV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date-fns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Manipulation exercices comptables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Unitaires + React Testing Library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projet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Documentation Technique  ·  5 / 22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393192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22960"/>
            <a:ext cx="3886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engine/          ← Logique métier pure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parseFec.js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computeSig.js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computeTreasury.js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computeBilan.js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computeCharges.js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computeLivres.js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drillDown.js  |  formatUtils.js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components/      ← Composants React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layout/  sig/  monthly/  treasury/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charges/  balance/  export/  ...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160520" cy="393192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822960"/>
            <a:ext cx="3886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store/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useStore.js    ← Zustand central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useAuthStore.js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useBilanParamStore.js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__tests__/       ← Tests Vitest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parseFec.test.js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computeSig.test.js 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main.jsx  |  App.jsx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demo/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demo_fec.csv  |  demo_fec_n1.csv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demo_bilan_cr.json  ...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parseFec.js — Parsing FEC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Documentation Technique  ·  6 / 22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du pipeline de données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8503920" cy="658368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Détection automatique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 : UTF-8, ISO-8859-15, Windows-1252  ·  Séparateur : pipe ( | ) ou tabulation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938528"/>
            <a:ext cx="8503920" cy="658368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984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Validation header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22585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colonnes réglementaires obligatoires dans l'ordre exact (JournalCode … Idevise)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688336"/>
            <a:ext cx="8503920" cy="658368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7340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Web Worker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300837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non-bloquant via PapaParse worker  ·  Callback de progression (0–100%)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438144"/>
            <a:ext cx="8503920" cy="658368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4838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Objet de sortie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375818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entries[]  ·  siren  ·  closingDate  ·  encoding  ·  separator  ·  warnings[]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4297680"/>
            <a:ext cx="8503920" cy="4572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Règle stricte : 1 seul fichier FEC accepté — si multiple, erreur bloquante immédiate.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exerciceUtils.js — Gestion des exercices comptables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Documentation Technique  ·  7 / 22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297680" cy="393192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exportées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extractSiren(fileName)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{ siren, closingDate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detectExerciceStart(entries)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Date de début d'exercice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buildExerciceMonths(start, end)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[{ month, year, label }]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getMonthLabel(n)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'Janvier', 'Février' 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getExerciceLabel(start, end)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'Exercice 2024'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777240"/>
            <a:ext cx="4023360" cy="1828800"/>
          </a:xfrm>
          <a:prstGeom prst="rect">
            <a:avLst/>
          </a:prstGeom>
          <a:solidFill>
            <a:srgbClr val="E3F2F5"/>
          </a:solidFill>
          <a:ln w="12700">
            <a:solidFill>
              <a:srgbClr val="E3F2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822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décalé — exemple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20700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 2024 → mars 2025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Séquence des mois 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8348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8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[4, 5, 6, 7, 8, 9, 10, 11, 12, 1, 2, 3]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2743200"/>
            <a:ext cx="4023360" cy="196596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c'est important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32004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graphiques (mensuels, trésorerie, comparaison) utilisent cette séquence pour respecter l'ordre chronologique de l'exercice, quelle que soit l'année civile.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computeSig.js — Soldes Intermédiaires de Gestion (PCG CUMA)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Documentation Technique  ·  8 / 22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114800" cy="397764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22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SIG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(701*–708*)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Subventions (74*)  − Achats (60*)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8379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Marge brute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1396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− Services ext. (61*, 62*)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4414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Valeur Ajoutée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− Personnel (64*, 621*)  − Taxes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0449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EBE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34670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± Dotations, Reprises, Autres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6484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Résultat d'Exploitation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9502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± Financier  ± Exceptionnel  − IS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2519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RÉSULTAT NET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777240"/>
            <a:ext cx="4114800" cy="39776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822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Spécificités CUMA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1261872"/>
            <a:ext cx="109728" cy="658368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621* — Intérimaires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37760" y="15819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Classé en Personnel, PAS en Services ext. Décision métier CUMA validée.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130552"/>
            <a:ext cx="109728" cy="658368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148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706*–708* — Travaux agricoles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37760" y="2450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CUMA inclus dans le CA (prestations, travaux, services).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2999232"/>
            <a:ext cx="109728" cy="658368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ANC — Exclusion SIG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37760" y="33192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écritures d'à-nouveau ne contribuent PAS au SIG (bilan uniquement).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867912"/>
            <a:ext cx="109728" cy="658368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886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mensuelles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937760" y="41879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Calculées dans l'ordre de l'exercice (exerciceUtils) pour les graphiques.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computeTreasury.js — Trésorerie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Documentation Technique  ·  9 / 22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4114800" cy="1783080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41248"/>
            <a:ext cx="4114800" cy="365760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41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suivis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51*  Banques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53*  Caisse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841248"/>
            <a:ext cx="4114800" cy="1783080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41248"/>
            <a:ext cx="4114800" cy="365760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841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d'ouverture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ANC sur 51*/53*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(seule exception : ANC requis)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4114800" cy="17830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34640"/>
            <a:ext cx="4114800" cy="365760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comptable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27355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Débit 51*  =  encaissement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 51*  =  décaissement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2834640"/>
            <a:ext cx="4114800" cy="17830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834640"/>
            <a:ext cx="4114800" cy="365760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Calculs produits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27355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quotidien · Mini/Maxi/Moyen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encaissements &amp; décaissements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computeBilan.js — Bilan simplifié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Documentation Technique  ·  10 / 22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114800" cy="397764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22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261872"/>
            <a:ext cx="3749040" cy="292608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618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6093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Immobilisé  →  20*–27*  (machines, installations)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195681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Circulant   →  3*, 4*  (stocks, créances)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23042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 →  50*–53*  (banques, caisse)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697480"/>
            <a:ext cx="3749040" cy="292608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974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044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Capitaux propres  →  10*–13*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3924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Dettes MLT         →  16*  (emprunts)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37398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Dettes CT           →  40*, 42*–47*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160520"/>
            <a:ext cx="3749040" cy="29260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1605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ratios : FR · BFR · Autonomie financière · Liquidité générale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777240"/>
            <a:ext cx="4114800" cy="39776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84124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Spécificité CUMA — Compte 453*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46320" y="126187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Adhérents — travaux &amp; cessions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1682496"/>
            <a:ext cx="3794760" cy="36576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82880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Calculer le solde NET global de tous les 453*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215798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Si solde débiteur → ACTIF circulant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248716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'Créances adhérents nettes'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281635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Si solde créditeur → PASSIF dettes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314553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'Dettes adhérents'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347472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Le drill-down montre le détail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380390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par compte auxiliaire (par adhérent)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engine — computeCharges.js &amp; drillDown.js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Documentation Technique  ·  11 / 22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8503920" cy="1783080"/>
          </a:xfrm>
          <a:prstGeom prst="rect">
            <a:avLst/>
          </a:prstGeom>
          <a:solidFill>
            <a:srgbClr val="E3F2F5"/>
          </a:solidFill>
          <a:ln w="12700">
            <a:solidFill>
              <a:srgbClr val="E3F2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22960"/>
            <a:ext cx="128016" cy="1783080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686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computeCharges.js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catégories CUMA : </a:t>
            </a:r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(64*, 621*)  ·  Services ext. (61*, 62* −621*)  ·  Dotations (68*)  ·  Achats (60*)  ·  Financières (66*)  ·  Impôts &amp; taxes (63*)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62763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% par catégorie  ·  Données mensuelles par catégorie  ·  621* exclu des services ext. (reclassé en personnel)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743200"/>
            <a:ext cx="8503920" cy="1783080"/>
          </a:xfrm>
          <a:prstGeom prst="rect">
            <a:avLst/>
          </a:prstGeom>
          <a:solidFill>
            <a:srgbClr val="E8F5E0"/>
          </a:solidFill>
          <a:ln w="12700">
            <a:solidFill>
              <a:srgbClr val="E8F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743200"/>
            <a:ext cx="128016" cy="178308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889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drillDown.js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21868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: </a:t>
            </a:r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poste SIG ou bilan → liste des comptes contribuant (nb écritures, total débit/crédit, solde)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: </a:t>
            </a:r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compte donné → liste des écritures triées par date, avec solde running cumulé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91363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Partagé entre les onglets SIG, Bilan et Balance  ·  Composant DetailPanel commun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engine — Livres comptables &amp; Utilitaires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Documentation Technique  ·  12 / 22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123444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04672"/>
            <a:ext cx="128016" cy="1234440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41248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computeLivres.js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12070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Balance générale — solde par compte (débit, crédit, solde net)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149047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Balance auxiliaire — détail par compte auxiliaire (fournisseurs, clients...)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177393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Grand Livre général — toutes les écritures détaillées, triées par compte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221992"/>
            <a:ext cx="8503920" cy="123444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221992"/>
            <a:ext cx="128016" cy="123444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58568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formatUtils.js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" y="262432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formatAmount(n)  →  '18 750 €'  ou  '482 k€'  (Intl.NumberFormat fr-FR)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290779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formatPercent(v) →  '33,0 %'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31912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formatDate(d)    →  '10/01/2024'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639312"/>
            <a:ext cx="8503920" cy="123444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639312"/>
            <a:ext cx="128016" cy="1234440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75888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parseDossierGestion.js  +  parseBilanCR.js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40416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Parsing des sources externes : Dossier de gestion (JSON) + Bilan CR Divalto (JSON)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432511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Validation de structure + normalisation des montants vers les types attendus par le store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Zustand — useStore.js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Documentation Technique  ·  13 / 22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834640" cy="3977640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77240"/>
            <a:ext cx="2834640" cy="402336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772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exercice 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2527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parsedFec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6367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sigResult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02082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treasuryData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4048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chargesData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788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bilanData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1729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analytiqueData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5570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dossierData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9410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bilanCRData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3251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analyseIAText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72968" y="777240"/>
            <a:ext cx="2834640" cy="3977640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72968" y="777240"/>
            <a:ext cx="2834640" cy="402336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7772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N-1 &amp; N-2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10128" y="12527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parsedFecN1 / N2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10128" y="16367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sigResultN1 / N2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0128" y="202082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treasuryDataN1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24048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chargesDataN1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0128" y="2788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bilanDataN1 / N2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0128" y="31729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isLoadingN1 / N2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10128" y="35570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errorN1 / N2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17336" y="777240"/>
            <a:ext cx="2834640" cy="39776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17336" y="777240"/>
            <a:ext cx="2834640" cy="402336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08776" y="7772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UI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54496" y="12527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activeSection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54496" y="16367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activeTab / SubTab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54496" y="202082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detailPanel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54496" y="24048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isLoading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54496" y="2788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loadProgress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54496" y="31729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/ warnings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54496" y="35570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diaporamaSlides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54496" y="39410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diaporamaCover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— Structure Layout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Documentation Technique  ·  14 / 22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457200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772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AppHeader  —  Logo  ·  Nom du fichier FEC  ·  Période d'exercice  ·  Actions (démo, reset)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1371600" cy="3291840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25880"/>
            <a:ext cx="1371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SideNav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sections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Analyseur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CR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param.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Diaporama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83080" y="1325880"/>
            <a:ext cx="7040880" cy="4572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1325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KpiBar  —  CA  ·  EBE  ·  Résultat net  ·  Solde trésorerie  (avec Sparklines)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83080" y="1874520"/>
            <a:ext cx="7040880" cy="384048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187452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TabNav  —  SIG  ·  Analyses  ·  Trésorerie  ·  Charges  ·  Bilan  ·  Comparaison  ·  Analytique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83080" y="2350008"/>
            <a:ext cx="7040880" cy="226771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4520" y="2350008"/>
            <a:ext cx="6858000" cy="2267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 contenu actif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(composant du tab sélectionné)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" y="468172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partagés : Badge  ·  Sparkline  ·  Tooltip  ·  ErrorBanner  ·  SubTabNav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— Dashboard (7 onglets)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Documentation Technique  ·  15 / 22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8503920" cy="3931920"/>
        </p:xfrm>
        <a:graphic>
          <a:graphicData uri="http://schemas.openxmlformats.org/drawingml/2006/table">
            <a:tbl>
              <a:tblPr/>
              <a:tblGrid>
                <a:gridCol w="2194560"/>
                <a:gridCol w="6309360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Onglet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Composants principaux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SigTable · SigRow · DetailPanel · AccountList · AccountCard · EntryTable · EntryFilter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5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Analyses mensuelles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MonthlyTab · MonthlyCharts · CumulativeChart · MonthlyDataTable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Trésorerie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TreasuryTab · TreasuryKpis · TreasuryCurve · TopMovements · PeriodToggle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des charges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ChargesTab · ChargesDonut · ChargesDetailList · ChargesMonthlyChart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5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Bilan simplifié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BalanceTab · BalanceOverview · RatioCards · AssetSection · LiabilitySection · BalanceRow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Comparaison N/N-1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ComparaisonTab — tableaux annuels + graphiques SVG + tableaux mensuels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AnalytiqueTab — répartition par matériel, podium top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— Modules autonomes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Documentation Technique  ·  16 / 22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2743200" cy="1325880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04672"/>
            <a:ext cx="2743200" cy="36576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8961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Analyseur FEC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35024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qualité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&amp; balance journal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72968" y="804672"/>
            <a:ext cx="2743200" cy="1325880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804672"/>
            <a:ext cx="2743200" cy="36576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2696" y="8961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gestion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82696" y="1335024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Synthèse, Résultats,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Charges, Financement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804672"/>
            <a:ext cx="2743200" cy="13258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804672"/>
            <a:ext cx="2743200" cy="36576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8961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CR Divalto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27064" y="1335024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 / Passif / Résultat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(source Divalto)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267712"/>
            <a:ext cx="2743200" cy="1325880"/>
          </a:xfrm>
          <a:prstGeom prst="rect">
            <a:avLst/>
          </a:prstGeom>
          <a:solidFill>
            <a:srgbClr val="F0F7D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267712"/>
            <a:ext cx="27432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23591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paramétré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" y="2798064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configurable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useBilanParamStore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72968" y="2267712"/>
            <a:ext cx="2743200" cy="1325880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72968" y="2267712"/>
            <a:ext cx="2743200" cy="36576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82696" y="23591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Livres comptables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82696" y="2798064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· Balance aux.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Livre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17336" y="2267712"/>
            <a:ext cx="2743200" cy="1325880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17336" y="2267712"/>
            <a:ext cx="2743200" cy="36576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27064" y="23591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27064" y="2798064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types de docs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generatePdf.js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" y="3730752"/>
            <a:ext cx="2743200" cy="13258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28600" y="3730752"/>
            <a:ext cx="2743200" cy="36576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" y="38221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Diaporama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8328" y="4261104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de slides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generatePptx.js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72968" y="3730752"/>
            <a:ext cx="2743200" cy="1325880"/>
          </a:xfrm>
          <a:prstGeom prst="rect">
            <a:avLst/>
          </a:prstGeom>
          <a:solidFill>
            <a:srgbClr val="F0F7D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72968" y="3730752"/>
            <a:ext cx="27432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82696" y="38221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IA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82696" y="4261104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Anthropic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→ JSX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17336" y="3730752"/>
            <a:ext cx="2743200" cy="1325880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17336" y="3730752"/>
            <a:ext cx="2743200" cy="36576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27064" y="38221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27064" y="4261104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 admin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(useAuthStore)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d'export PDF — generatePdf.js &amp; pdfLayouts.js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Documentation Technique  ·  17 / 22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3931920" cy="393192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503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types de documents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Dossier de gestion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68880" y="12618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SIG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68249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Bilan simplifié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68880" y="168249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Bilan &amp; CR Divalto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Balance générale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6888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Balance auxiliaire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52374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Grand Livre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68880" y="252374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Trésorerie (courbe)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9443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Structure des charges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68880" y="29443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Analytique (table)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3649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Analytique (podium)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468880" y="33649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Rapport IA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78561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Comparaison N/N-1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26280" y="804672"/>
            <a:ext cx="4297680" cy="3931920"/>
          </a:xfrm>
          <a:prstGeom prst="rect">
            <a:avLst/>
          </a:prstGeom>
          <a:solidFill>
            <a:srgbClr val="E3F2F5"/>
          </a:solidFill>
          <a:ln w="12700">
            <a:solidFill>
              <a:srgbClr val="E3F2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8503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26280" y="1298448"/>
            <a:ext cx="109728" cy="566928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3167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page dynamique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54880" y="159105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upload · Sommaire auto · SIREN · Période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26280" y="1993392"/>
            <a:ext cx="109728" cy="566928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011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graphiques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54880" y="228600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Construits en JS pur (pas de capture DOM)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Trésorerie, charges, comparaison N/N-1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26280" y="2688336"/>
            <a:ext cx="109728" cy="566928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7066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Unbreakable blocks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54880" y="298094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+ tableau jamais séparés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un saut de page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26280" y="3383280"/>
            <a:ext cx="109728" cy="566928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4015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Portrait / Paysage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754880" y="367588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'auto' → adaptation automatique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largeur de page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26280" y="4078224"/>
            <a:ext cx="109728" cy="566928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40965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Séquence libre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754880" y="437083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choisit et réordonne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documents dans l'export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PPTX — generatePptx.js &amp; Diaporama builder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Documentation Technique  ·  18 / 22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114800" cy="3931920"/>
          </a:xfrm>
          <a:prstGeom prst="rect">
            <a:avLst/>
          </a:prstGeom>
          <a:solidFill>
            <a:srgbClr val="E8F5E0"/>
          </a:solidFill>
          <a:ln w="12700">
            <a:solidFill>
              <a:srgbClr val="E8F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128016" cy="393192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50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generatePptx.js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29844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Génération PowerPoint 100% client-side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Utilise pptxgenjs (même librairie que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document !)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67004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htmlToPptxRuns.js : conversion du rich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HTML → runs PPTX formatés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335584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diaporamaConfig.js : définition des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 disponibles (positions, zones)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804672"/>
            <a:ext cx="4114800" cy="39319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804672"/>
            <a:ext cx="128016" cy="3931920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850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Diaporama builder (DiaporamaTab)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56048" y="129844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Constructeur visuel de slides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56048" y="195681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Zones éditables — RichTextEditor.jsx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(texte formaté, listes, titres)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56048" y="261518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Sélection de layouts — LayoutPicker.jsx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(dispositions prédéfinies)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56048" y="327355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Liste des slides réordonnables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SlideList.jsx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56048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Export final vers .pptx via generatePptx.js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&amp; Sécurité des données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Documentation Technique  ·  19 / 22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114800" cy="192024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50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298448"/>
            <a:ext cx="1170432" cy="365760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98448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LoginPage.jsx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1298448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0" y="1298448"/>
            <a:ext cx="1170432" cy="365760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1298448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useAuthStore.js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17520" y="1298448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54680" y="1298448"/>
            <a:ext cx="1170432" cy="365760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298448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App.jsx + SideNav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175564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AdminPanel accessible aux seuls admins (flag isAdmin dans le store)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conservée en mémoire uniquement — pas de localStorage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804672"/>
            <a:ext cx="4114800" cy="1920240"/>
          </a:xfrm>
          <a:prstGeom prst="rect">
            <a:avLst/>
          </a:prstGeom>
          <a:solidFill>
            <a:srgbClr val="E8F5E0"/>
          </a:solidFill>
          <a:ln w="12700">
            <a:solidFill>
              <a:srgbClr val="E8F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850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— données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2618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100% client-side — aucune transmission réseau du FEC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15819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Web Worker terminé + URL revoquée après parsing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19019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Pas de localStorage ni sessionStorage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22219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Build statique — CSP stricte compatible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852928"/>
            <a:ext cx="8503920" cy="1417320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2880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données FEC ne quittent jamais votre navigateur.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" y="3493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clé API côté client exposée dans le bundle  ·  Aucun compte utilisateur requis  ·  Conforme RGPD par conception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— Vitest + React Testing Library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Documentation Technique  ·  20 / 22</a:t>
            </a:r>
            <a:endParaRPr lang="en-US" sz="7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8503920" cy="3474720"/>
        </p:xfrm>
        <a:graphic>
          <a:graphicData uri="http://schemas.openxmlformats.org/drawingml/2006/table">
            <a:tbl>
              <a:tblPr/>
              <a:tblGrid>
                <a:gridCol w="2468880"/>
                <a:gridCol w="603504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Fichier de 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qui est testé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parseFec.test.js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3316 lignes parsées · encodage ISO-8859-15 · séparateur | · SIREN 381304559 · montants FR → float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computeSig.test.js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Totaux SIG cohérents · exclusion journal ANC · cohérence sous-totaux → lignes de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computeTreasury.test.js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Solde d'ouverture ANC · solde quotidien · top 10 encaissements/décaissements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computeBilan.test.js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Équilibre actif = passif · classification 453* (débit → actif, crédit → passif) · ratios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computeLivres.test.js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générale · balance auxiliaire · grand livre — cohérence des soldes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exerciceUtils.test.js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Exercice décalé [4..3] · extractSiren · getExerciceLabel · getMonthLabel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407408"/>
            <a:ext cx="8503920" cy="420624"/>
          </a:xfrm>
          <a:prstGeom prst="rect">
            <a:avLst/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40740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8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run test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Documentation Technique  ·  21 / 22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743200" cy="201168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2743200" cy="457200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Build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1335024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build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dossier dist/ (assets statiques)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804672"/>
            <a:ext cx="2743200" cy="201168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04672"/>
            <a:ext cx="2743200" cy="45720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8046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Hébergement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0128" y="1335024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 dist/ sur Nginx / Apache 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/ Vercel / Netlify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804672"/>
            <a:ext cx="2743200" cy="201168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04672"/>
            <a:ext cx="2743200" cy="457200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8046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SPA routing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36208" y="1335024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fichier _redirects ou une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rewrite → toutes routes → index.html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2971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d'environnement Vite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55848"/>
          <a:ext cx="8503920" cy="777240"/>
        </p:xfrm>
        <a:graphic>
          <a:graphicData uri="http://schemas.openxmlformats.org/drawingml/2006/table">
            <a:tbl>
              <a:tblPr/>
              <a:tblGrid>
                <a:gridCol w="3108960"/>
                <a:gridCol w="5394960"/>
              </a:tblGrid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VITE_API_URL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de l'API (Anthropic) pour le Rapport 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VITE_AUTH_ENABLED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Activer / désactiver l'authentification (true/false)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320040" y="4270248"/>
            <a:ext cx="8503920" cy="457200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270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statique — aucun serveur Node.js requis en production.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164592" cy="4924044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Technique — fin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3200400" cy="36576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Engine · Store · UI · Export · Sécurité · Tests · Déploiement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Clario Vision — Documentation Technique</dc:title>
  <dc:subject>PptxGenJS Presentation</dc:subject>
  <dc:creator>Clario Vision</dc:creator>
  <cp:lastModifiedBy>Clario Vision</cp:lastModifiedBy>
  <cp:revision>1</cp:revision>
  <dcterms:created xsi:type="dcterms:W3CDTF">2026-04-20T08:31:43Z</dcterms:created>
  <dcterms:modified xsi:type="dcterms:W3CDTF">2026-04-20T08:31:43Z</dcterms:modified>
</cp:coreProperties>
</file>